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4" r:id="rId4"/>
    <p:sldId id="271" r:id="rId5"/>
    <p:sldId id="270" r:id="rId6"/>
    <p:sldId id="272" r:id="rId7"/>
    <p:sldId id="273" r:id="rId8"/>
    <p:sldId id="276" r:id="rId9"/>
    <p:sldId id="275" r:id="rId10"/>
    <p:sldId id="277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EB2322-FC83-463D-9075-EF7B38DFD6C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6D97BB-38B8-4E37-8D38-00744FBB9CF6}">
      <dgm:prSet/>
      <dgm:spPr/>
      <dgm:t>
        <a:bodyPr/>
        <a:lstStyle/>
        <a:p>
          <a:r>
            <a:rPr lang="en-IN" dirty="0"/>
            <a:t>AI talks to MCP</a:t>
          </a:r>
          <a:endParaRPr lang="en-US" dirty="0"/>
        </a:p>
      </dgm:t>
    </dgm:pt>
    <dgm:pt modelId="{FD2095EC-6526-4A85-933C-82C7771D5633}" type="parTrans" cxnId="{FBE14E5D-7BE0-4E17-A966-91AD6AC1560B}">
      <dgm:prSet/>
      <dgm:spPr/>
      <dgm:t>
        <a:bodyPr/>
        <a:lstStyle/>
        <a:p>
          <a:endParaRPr lang="en-US"/>
        </a:p>
      </dgm:t>
    </dgm:pt>
    <dgm:pt modelId="{967AC49A-F7B6-40E9-84CF-35CDF9CD6F68}" type="sibTrans" cxnId="{FBE14E5D-7BE0-4E17-A966-91AD6AC1560B}">
      <dgm:prSet/>
      <dgm:spPr/>
      <dgm:t>
        <a:bodyPr/>
        <a:lstStyle/>
        <a:p>
          <a:endParaRPr lang="en-US"/>
        </a:p>
      </dgm:t>
    </dgm:pt>
    <dgm:pt modelId="{968379F9-FFBB-4258-B93B-F2108856E416}">
      <dgm:prSet/>
      <dgm:spPr/>
      <dgm:t>
        <a:bodyPr/>
        <a:lstStyle/>
        <a:p>
          <a:r>
            <a:rPr lang="en-IN" dirty="0"/>
            <a:t>MCP uses Playwright </a:t>
          </a:r>
          <a:endParaRPr lang="en-US" dirty="0"/>
        </a:p>
      </dgm:t>
    </dgm:pt>
    <dgm:pt modelId="{576F884C-9648-4D08-86EC-D6A38829A7CC}" type="parTrans" cxnId="{357C4976-B590-4FB0-BFF4-2918D8B5A6AA}">
      <dgm:prSet/>
      <dgm:spPr/>
      <dgm:t>
        <a:bodyPr/>
        <a:lstStyle/>
        <a:p>
          <a:endParaRPr lang="en-US"/>
        </a:p>
      </dgm:t>
    </dgm:pt>
    <dgm:pt modelId="{62E07AD1-1339-4D5F-97A5-939E2BA4CF0E}" type="sibTrans" cxnId="{357C4976-B590-4FB0-BFF4-2918D8B5A6AA}">
      <dgm:prSet/>
      <dgm:spPr/>
      <dgm:t>
        <a:bodyPr/>
        <a:lstStyle/>
        <a:p>
          <a:endParaRPr lang="en-US"/>
        </a:p>
      </dgm:t>
    </dgm:pt>
    <dgm:pt modelId="{66F8E53D-EA81-49E0-82C6-0BBFB62934C1}">
      <dgm:prSet/>
      <dgm:spPr/>
      <dgm:t>
        <a:bodyPr/>
        <a:lstStyle/>
        <a:p>
          <a:r>
            <a:rPr lang="en-IN"/>
            <a:t>Playwright drives your web app </a:t>
          </a:r>
          <a:endParaRPr lang="en-US"/>
        </a:p>
      </dgm:t>
    </dgm:pt>
    <dgm:pt modelId="{D76A028A-7270-4120-A391-83EAEB650783}" type="parTrans" cxnId="{DEBB73C8-2B5E-4956-98A4-B25D99C5D489}">
      <dgm:prSet/>
      <dgm:spPr/>
      <dgm:t>
        <a:bodyPr/>
        <a:lstStyle/>
        <a:p>
          <a:endParaRPr lang="en-US"/>
        </a:p>
      </dgm:t>
    </dgm:pt>
    <dgm:pt modelId="{A3E01CE6-377D-4CF2-AB05-E90A184DA353}" type="sibTrans" cxnId="{DEBB73C8-2B5E-4956-98A4-B25D99C5D489}">
      <dgm:prSet/>
      <dgm:spPr/>
      <dgm:t>
        <a:bodyPr/>
        <a:lstStyle/>
        <a:p>
          <a:endParaRPr lang="en-US"/>
        </a:p>
      </dgm:t>
    </dgm:pt>
    <dgm:pt modelId="{EA0A6A06-335C-4428-BD15-B39CAFBF40C7}" type="pres">
      <dgm:prSet presAssocID="{23EB2322-FC83-463D-9075-EF7B38DFD6C5}" presName="linearFlow" presStyleCnt="0">
        <dgm:presLayoutVars>
          <dgm:dir/>
          <dgm:resizeHandles val="exact"/>
        </dgm:presLayoutVars>
      </dgm:prSet>
      <dgm:spPr/>
    </dgm:pt>
    <dgm:pt modelId="{0E57A18B-FCC7-41A8-8DD6-10EF136D2F8A}" type="pres">
      <dgm:prSet presAssocID="{726D97BB-38B8-4E37-8D38-00744FBB9CF6}" presName="composite" presStyleCnt="0"/>
      <dgm:spPr/>
    </dgm:pt>
    <dgm:pt modelId="{101E7000-6912-46F6-A1C7-A3C614D9240F}" type="pres">
      <dgm:prSet presAssocID="{726D97BB-38B8-4E37-8D38-00744FBB9CF6}" presName="imgShp" presStyleLbl="fgImgPlace1" presStyleIdx="0" presStyleCnt="3"/>
      <dgm:spPr/>
    </dgm:pt>
    <dgm:pt modelId="{1C03985E-6A81-48B3-BAAA-3F406B647050}" type="pres">
      <dgm:prSet presAssocID="{726D97BB-38B8-4E37-8D38-00744FBB9CF6}" presName="txShp" presStyleLbl="node1" presStyleIdx="0" presStyleCnt="3">
        <dgm:presLayoutVars>
          <dgm:bulletEnabled val="1"/>
        </dgm:presLayoutVars>
      </dgm:prSet>
      <dgm:spPr/>
    </dgm:pt>
    <dgm:pt modelId="{4689DF92-3BF6-4EE5-8B70-7B6ABAA2455E}" type="pres">
      <dgm:prSet presAssocID="{967AC49A-F7B6-40E9-84CF-35CDF9CD6F68}" presName="spacing" presStyleCnt="0"/>
      <dgm:spPr/>
    </dgm:pt>
    <dgm:pt modelId="{64CDE08E-D3FB-4A46-B163-3813651CB20B}" type="pres">
      <dgm:prSet presAssocID="{968379F9-FFBB-4258-B93B-F2108856E416}" presName="composite" presStyleCnt="0"/>
      <dgm:spPr/>
    </dgm:pt>
    <dgm:pt modelId="{E2BF54D0-FDDE-4F9A-8BC8-A35606E3C88E}" type="pres">
      <dgm:prSet presAssocID="{968379F9-FFBB-4258-B93B-F2108856E416}" presName="imgShp" presStyleLbl="fgImgPlace1" presStyleIdx="1" presStyleCnt="3"/>
      <dgm:spPr/>
    </dgm:pt>
    <dgm:pt modelId="{23F15DE8-2E36-446F-8DEA-2497BD0B2923}" type="pres">
      <dgm:prSet presAssocID="{968379F9-FFBB-4258-B93B-F2108856E416}" presName="txShp" presStyleLbl="node1" presStyleIdx="1" presStyleCnt="3">
        <dgm:presLayoutVars>
          <dgm:bulletEnabled val="1"/>
        </dgm:presLayoutVars>
      </dgm:prSet>
      <dgm:spPr/>
    </dgm:pt>
    <dgm:pt modelId="{BC795B34-30D2-4CB8-B757-D0846E5B95A9}" type="pres">
      <dgm:prSet presAssocID="{62E07AD1-1339-4D5F-97A5-939E2BA4CF0E}" presName="spacing" presStyleCnt="0"/>
      <dgm:spPr/>
    </dgm:pt>
    <dgm:pt modelId="{D9C34226-D5E2-4528-82AA-2F309D329EB2}" type="pres">
      <dgm:prSet presAssocID="{66F8E53D-EA81-49E0-82C6-0BBFB62934C1}" presName="composite" presStyleCnt="0"/>
      <dgm:spPr/>
    </dgm:pt>
    <dgm:pt modelId="{FA3ED3A5-7302-4805-9D48-F1A130B8C5AC}" type="pres">
      <dgm:prSet presAssocID="{66F8E53D-EA81-49E0-82C6-0BBFB62934C1}" presName="imgShp" presStyleLbl="fgImgPlace1" presStyleIdx="2" presStyleCnt="3"/>
      <dgm:spPr/>
    </dgm:pt>
    <dgm:pt modelId="{33599BB0-E90D-472B-B347-1B715BD1D693}" type="pres">
      <dgm:prSet presAssocID="{66F8E53D-EA81-49E0-82C6-0BBFB62934C1}" presName="txShp" presStyleLbl="node1" presStyleIdx="2" presStyleCnt="3">
        <dgm:presLayoutVars>
          <dgm:bulletEnabled val="1"/>
        </dgm:presLayoutVars>
      </dgm:prSet>
      <dgm:spPr/>
    </dgm:pt>
  </dgm:ptLst>
  <dgm:cxnLst>
    <dgm:cxn modelId="{FBE14E5D-7BE0-4E17-A966-91AD6AC1560B}" srcId="{23EB2322-FC83-463D-9075-EF7B38DFD6C5}" destId="{726D97BB-38B8-4E37-8D38-00744FBB9CF6}" srcOrd="0" destOrd="0" parTransId="{FD2095EC-6526-4A85-933C-82C7771D5633}" sibTransId="{967AC49A-F7B6-40E9-84CF-35CDF9CD6F68}"/>
    <dgm:cxn modelId="{BCC64E50-2E45-4716-B5E0-0D17B93C5AEE}" type="presOf" srcId="{726D97BB-38B8-4E37-8D38-00744FBB9CF6}" destId="{1C03985E-6A81-48B3-BAAA-3F406B647050}" srcOrd="0" destOrd="0" presId="urn:microsoft.com/office/officeart/2005/8/layout/vList3"/>
    <dgm:cxn modelId="{357C4976-B590-4FB0-BFF4-2918D8B5A6AA}" srcId="{23EB2322-FC83-463D-9075-EF7B38DFD6C5}" destId="{968379F9-FFBB-4258-B93B-F2108856E416}" srcOrd="1" destOrd="0" parTransId="{576F884C-9648-4D08-86EC-D6A38829A7CC}" sibTransId="{62E07AD1-1339-4D5F-97A5-939E2BA4CF0E}"/>
    <dgm:cxn modelId="{75289B78-9825-4270-B66E-06E8837AFBCF}" type="presOf" srcId="{968379F9-FFBB-4258-B93B-F2108856E416}" destId="{23F15DE8-2E36-446F-8DEA-2497BD0B2923}" srcOrd="0" destOrd="0" presId="urn:microsoft.com/office/officeart/2005/8/layout/vList3"/>
    <dgm:cxn modelId="{DEBB73C8-2B5E-4956-98A4-B25D99C5D489}" srcId="{23EB2322-FC83-463D-9075-EF7B38DFD6C5}" destId="{66F8E53D-EA81-49E0-82C6-0BBFB62934C1}" srcOrd="2" destOrd="0" parTransId="{D76A028A-7270-4120-A391-83EAEB650783}" sibTransId="{A3E01CE6-377D-4CF2-AB05-E90A184DA353}"/>
    <dgm:cxn modelId="{9EF8F7D9-9601-47E1-9CAF-A3B94686DFC7}" type="presOf" srcId="{23EB2322-FC83-463D-9075-EF7B38DFD6C5}" destId="{EA0A6A06-335C-4428-BD15-B39CAFBF40C7}" srcOrd="0" destOrd="0" presId="urn:microsoft.com/office/officeart/2005/8/layout/vList3"/>
    <dgm:cxn modelId="{CBBBF9FB-2BFE-4AF0-8BEC-2B768DC94F1A}" type="presOf" srcId="{66F8E53D-EA81-49E0-82C6-0BBFB62934C1}" destId="{33599BB0-E90D-472B-B347-1B715BD1D693}" srcOrd="0" destOrd="0" presId="urn:microsoft.com/office/officeart/2005/8/layout/vList3"/>
    <dgm:cxn modelId="{D63A9FFC-800F-4B5C-AC00-9E876E4E948E}" type="presParOf" srcId="{EA0A6A06-335C-4428-BD15-B39CAFBF40C7}" destId="{0E57A18B-FCC7-41A8-8DD6-10EF136D2F8A}" srcOrd="0" destOrd="0" presId="urn:microsoft.com/office/officeart/2005/8/layout/vList3"/>
    <dgm:cxn modelId="{45A073A0-D65C-4E75-81C0-F2B2ECF6283C}" type="presParOf" srcId="{0E57A18B-FCC7-41A8-8DD6-10EF136D2F8A}" destId="{101E7000-6912-46F6-A1C7-A3C614D9240F}" srcOrd="0" destOrd="0" presId="urn:microsoft.com/office/officeart/2005/8/layout/vList3"/>
    <dgm:cxn modelId="{C4054FB3-5245-4C1E-AFD1-8FD0836B1753}" type="presParOf" srcId="{0E57A18B-FCC7-41A8-8DD6-10EF136D2F8A}" destId="{1C03985E-6A81-48B3-BAAA-3F406B647050}" srcOrd="1" destOrd="0" presId="urn:microsoft.com/office/officeart/2005/8/layout/vList3"/>
    <dgm:cxn modelId="{F0D8F261-C303-480D-B655-6292893F1548}" type="presParOf" srcId="{EA0A6A06-335C-4428-BD15-B39CAFBF40C7}" destId="{4689DF92-3BF6-4EE5-8B70-7B6ABAA2455E}" srcOrd="1" destOrd="0" presId="urn:microsoft.com/office/officeart/2005/8/layout/vList3"/>
    <dgm:cxn modelId="{442BFE7B-4E8C-4995-B883-A1E9FEEEEF6A}" type="presParOf" srcId="{EA0A6A06-335C-4428-BD15-B39CAFBF40C7}" destId="{64CDE08E-D3FB-4A46-B163-3813651CB20B}" srcOrd="2" destOrd="0" presId="urn:microsoft.com/office/officeart/2005/8/layout/vList3"/>
    <dgm:cxn modelId="{A86607B1-6AA8-40E6-9C92-3F2FCABAE2AB}" type="presParOf" srcId="{64CDE08E-D3FB-4A46-B163-3813651CB20B}" destId="{E2BF54D0-FDDE-4F9A-8BC8-A35606E3C88E}" srcOrd="0" destOrd="0" presId="urn:microsoft.com/office/officeart/2005/8/layout/vList3"/>
    <dgm:cxn modelId="{74B94236-E4D7-4484-BA9F-4F5199A1C3B5}" type="presParOf" srcId="{64CDE08E-D3FB-4A46-B163-3813651CB20B}" destId="{23F15DE8-2E36-446F-8DEA-2497BD0B2923}" srcOrd="1" destOrd="0" presId="urn:microsoft.com/office/officeart/2005/8/layout/vList3"/>
    <dgm:cxn modelId="{65089649-775A-45C9-B17A-6BD6070BD44E}" type="presParOf" srcId="{EA0A6A06-335C-4428-BD15-B39CAFBF40C7}" destId="{BC795B34-30D2-4CB8-B757-D0846E5B95A9}" srcOrd="3" destOrd="0" presId="urn:microsoft.com/office/officeart/2005/8/layout/vList3"/>
    <dgm:cxn modelId="{EB833B97-E0C6-41B2-B646-10EFA0C319E8}" type="presParOf" srcId="{EA0A6A06-335C-4428-BD15-B39CAFBF40C7}" destId="{D9C34226-D5E2-4528-82AA-2F309D329EB2}" srcOrd="4" destOrd="0" presId="urn:microsoft.com/office/officeart/2005/8/layout/vList3"/>
    <dgm:cxn modelId="{250A779F-DA9C-4CCA-846B-CB3F1FAF3A25}" type="presParOf" srcId="{D9C34226-D5E2-4528-82AA-2F309D329EB2}" destId="{FA3ED3A5-7302-4805-9D48-F1A130B8C5AC}" srcOrd="0" destOrd="0" presId="urn:microsoft.com/office/officeart/2005/8/layout/vList3"/>
    <dgm:cxn modelId="{2DB36575-A0D4-445B-A62F-7A7E2B374719}" type="presParOf" srcId="{D9C34226-D5E2-4528-82AA-2F309D329EB2}" destId="{33599BB0-E90D-472B-B347-1B715BD1D69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1B108A-79D0-4A1D-BE54-39F2087578B8}" type="doc">
      <dgm:prSet loTypeId="urn:microsoft.com/office/officeart/2005/8/layout/process1" loCatId="process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26F288-EA55-49BF-AC98-1794F5D458A4}">
      <dgm:prSet phldrT="[Text]"/>
      <dgm:spPr/>
      <dgm:t>
        <a:bodyPr/>
        <a:lstStyle/>
        <a:p>
          <a:r>
            <a:rPr lang="en-IN" dirty="0"/>
            <a:t>Plan</a:t>
          </a:r>
          <a:endParaRPr lang="en-US" dirty="0"/>
        </a:p>
      </dgm:t>
    </dgm:pt>
    <dgm:pt modelId="{D4D9BC24-087C-4DA7-8025-6F2FC69414EC}" type="parTrans" cxnId="{960F4A80-7F12-41F7-A042-1B1DEB7C5927}">
      <dgm:prSet/>
      <dgm:spPr/>
      <dgm:t>
        <a:bodyPr/>
        <a:lstStyle/>
        <a:p>
          <a:endParaRPr lang="en-US"/>
        </a:p>
      </dgm:t>
    </dgm:pt>
    <dgm:pt modelId="{6627B7E5-2E12-426F-B252-88598A99243F}" type="sibTrans" cxnId="{960F4A80-7F12-41F7-A042-1B1DEB7C5927}">
      <dgm:prSet/>
      <dgm:spPr/>
      <dgm:t>
        <a:bodyPr/>
        <a:lstStyle/>
        <a:p>
          <a:endParaRPr lang="en-US"/>
        </a:p>
      </dgm:t>
    </dgm:pt>
    <dgm:pt modelId="{96A18863-976D-40D5-BA01-3260F6FF111F}">
      <dgm:prSet phldrT="[Text]"/>
      <dgm:spPr/>
      <dgm:t>
        <a:bodyPr/>
        <a:lstStyle/>
        <a:p>
          <a:r>
            <a:rPr lang="en-IN" dirty="0"/>
            <a:t>Generate</a:t>
          </a:r>
          <a:endParaRPr lang="en-US" dirty="0"/>
        </a:p>
      </dgm:t>
    </dgm:pt>
    <dgm:pt modelId="{12630CBD-A720-4145-8E2C-8619A58DF964}" type="parTrans" cxnId="{986ADF9C-EE60-458A-A61E-7C5DAE53C69C}">
      <dgm:prSet/>
      <dgm:spPr/>
      <dgm:t>
        <a:bodyPr/>
        <a:lstStyle/>
        <a:p>
          <a:endParaRPr lang="en-US"/>
        </a:p>
      </dgm:t>
    </dgm:pt>
    <dgm:pt modelId="{0240EF45-1E3A-46F3-A919-BDE8D766ED2F}" type="sibTrans" cxnId="{986ADF9C-EE60-458A-A61E-7C5DAE53C69C}">
      <dgm:prSet/>
      <dgm:spPr/>
      <dgm:t>
        <a:bodyPr/>
        <a:lstStyle/>
        <a:p>
          <a:endParaRPr lang="en-US"/>
        </a:p>
      </dgm:t>
    </dgm:pt>
    <dgm:pt modelId="{57CC1587-449B-4A17-B373-671D361063E2}">
      <dgm:prSet phldrT="[Text]"/>
      <dgm:spPr/>
      <dgm:t>
        <a:bodyPr/>
        <a:lstStyle/>
        <a:p>
          <a:r>
            <a:rPr lang="en-IN" dirty="0"/>
            <a:t>Heal</a:t>
          </a:r>
          <a:endParaRPr lang="en-US" dirty="0"/>
        </a:p>
      </dgm:t>
    </dgm:pt>
    <dgm:pt modelId="{89BB9903-FA68-41B7-B389-6183C006691F}" type="parTrans" cxnId="{17C00CE9-8783-4AB7-8AF8-8B1A166F09E9}">
      <dgm:prSet/>
      <dgm:spPr/>
      <dgm:t>
        <a:bodyPr/>
        <a:lstStyle/>
        <a:p>
          <a:endParaRPr lang="en-US"/>
        </a:p>
      </dgm:t>
    </dgm:pt>
    <dgm:pt modelId="{6A5732C7-3687-43F0-A29C-FDB21D107874}" type="sibTrans" cxnId="{17C00CE9-8783-4AB7-8AF8-8B1A166F09E9}">
      <dgm:prSet/>
      <dgm:spPr/>
      <dgm:t>
        <a:bodyPr/>
        <a:lstStyle/>
        <a:p>
          <a:endParaRPr lang="en-US"/>
        </a:p>
      </dgm:t>
    </dgm:pt>
    <dgm:pt modelId="{E0794244-BFF3-402B-8D7C-D5200B88CB6A}" type="pres">
      <dgm:prSet presAssocID="{C31B108A-79D0-4A1D-BE54-39F2087578B8}" presName="Name0" presStyleCnt="0">
        <dgm:presLayoutVars>
          <dgm:dir/>
          <dgm:resizeHandles val="exact"/>
        </dgm:presLayoutVars>
      </dgm:prSet>
      <dgm:spPr/>
    </dgm:pt>
    <dgm:pt modelId="{3026D430-66C3-469C-850F-04CC01AB9072}" type="pres">
      <dgm:prSet presAssocID="{0126F288-EA55-49BF-AC98-1794F5D458A4}" presName="node" presStyleLbl="node1" presStyleIdx="0" presStyleCnt="3">
        <dgm:presLayoutVars>
          <dgm:bulletEnabled val="1"/>
        </dgm:presLayoutVars>
      </dgm:prSet>
      <dgm:spPr/>
    </dgm:pt>
    <dgm:pt modelId="{3794D5D5-D1E3-477C-BD7B-78D7F60DA896}" type="pres">
      <dgm:prSet presAssocID="{6627B7E5-2E12-426F-B252-88598A99243F}" presName="sibTrans" presStyleLbl="sibTrans2D1" presStyleIdx="0" presStyleCnt="2"/>
      <dgm:spPr/>
    </dgm:pt>
    <dgm:pt modelId="{6C103C89-7671-4217-8BB5-EFD4F1102F29}" type="pres">
      <dgm:prSet presAssocID="{6627B7E5-2E12-426F-B252-88598A99243F}" presName="connectorText" presStyleLbl="sibTrans2D1" presStyleIdx="0" presStyleCnt="2"/>
      <dgm:spPr/>
    </dgm:pt>
    <dgm:pt modelId="{D0F5F95A-F4F2-4694-B286-9A5D76335619}" type="pres">
      <dgm:prSet presAssocID="{96A18863-976D-40D5-BA01-3260F6FF111F}" presName="node" presStyleLbl="node1" presStyleIdx="1" presStyleCnt="3">
        <dgm:presLayoutVars>
          <dgm:bulletEnabled val="1"/>
        </dgm:presLayoutVars>
      </dgm:prSet>
      <dgm:spPr/>
    </dgm:pt>
    <dgm:pt modelId="{0AA9DFFD-1E5A-481C-B6F8-D8F65125DE58}" type="pres">
      <dgm:prSet presAssocID="{0240EF45-1E3A-46F3-A919-BDE8D766ED2F}" presName="sibTrans" presStyleLbl="sibTrans2D1" presStyleIdx="1" presStyleCnt="2"/>
      <dgm:spPr/>
    </dgm:pt>
    <dgm:pt modelId="{31C06038-A151-4E0D-89DA-2648956260CE}" type="pres">
      <dgm:prSet presAssocID="{0240EF45-1E3A-46F3-A919-BDE8D766ED2F}" presName="connectorText" presStyleLbl="sibTrans2D1" presStyleIdx="1" presStyleCnt="2"/>
      <dgm:spPr/>
    </dgm:pt>
    <dgm:pt modelId="{FE29193B-D2A8-453A-B33B-F5741AACA494}" type="pres">
      <dgm:prSet presAssocID="{57CC1587-449B-4A17-B373-671D361063E2}" presName="node" presStyleLbl="node1" presStyleIdx="2" presStyleCnt="3">
        <dgm:presLayoutVars>
          <dgm:bulletEnabled val="1"/>
        </dgm:presLayoutVars>
      </dgm:prSet>
      <dgm:spPr/>
    </dgm:pt>
  </dgm:ptLst>
  <dgm:cxnLst>
    <dgm:cxn modelId="{B366A907-F653-4B13-BAD7-AA0FF5BC01A4}" type="presOf" srcId="{6627B7E5-2E12-426F-B252-88598A99243F}" destId="{6C103C89-7671-4217-8BB5-EFD4F1102F29}" srcOrd="1" destOrd="0" presId="urn:microsoft.com/office/officeart/2005/8/layout/process1"/>
    <dgm:cxn modelId="{85599C1F-1892-460C-B090-2D06F93A3BA5}" type="presOf" srcId="{0126F288-EA55-49BF-AC98-1794F5D458A4}" destId="{3026D430-66C3-469C-850F-04CC01AB9072}" srcOrd="0" destOrd="0" presId="urn:microsoft.com/office/officeart/2005/8/layout/process1"/>
    <dgm:cxn modelId="{C1D16F30-0125-47F8-BF0B-AB4724409EF8}" type="presOf" srcId="{57CC1587-449B-4A17-B373-671D361063E2}" destId="{FE29193B-D2A8-453A-B33B-F5741AACA494}" srcOrd="0" destOrd="0" presId="urn:microsoft.com/office/officeart/2005/8/layout/process1"/>
    <dgm:cxn modelId="{8D516D61-D15A-4417-9DC1-47BA740DDCFB}" type="presOf" srcId="{96A18863-976D-40D5-BA01-3260F6FF111F}" destId="{D0F5F95A-F4F2-4694-B286-9A5D76335619}" srcOrd="0" destOrd="0" presId="urn:microsoft.com/office/officeart/2005/8/layout/process1"/>
    <dgm:cxn modelId="{0C78B155-1832-4726-A071-1D075B444577}" type="presOf" srcId="{0240EF45-1E3A-46F3-A919-BDE8D766ED2F}" destId="{31C06038-A151-4E0D-89DA-2648956260CE}" srcOrd="1" destOrd="0" presId="urn:microsoft.com/office/officeart/2005/8/layout/process1"/>
    <dgm:cxn modelId="{B6F19F7E-6BF1-47A3-B248-6DBCD420C90F}" type="presOf" srcId="{C31B108A-79D0-4A1D-BE54-39F2087578B8}" destId="{E0794244-BFF3-402B-8D7C-D5200B88CB6A}" srcOrd="0" destOrd="0" presId="urn:microsoft.com/office/officeart/2005/8/layout/process1"/>
    <dgm:cxn modelId="{960F4A80-7F12-41F7-A042-1B1DEB7C5927}" srcId="{C31B108A-79D0-4A1D-BE54-39F2087578B8}" destId="{0126F288-EA55-49BF-AC98-1794F5D458A4}" srcOrd="0" destOrd="0" parTransId="{D4D9BC24-087C-4DA7-8025-6F2FC69414EC}" sibTransId="{6627B7E5-2E12-426F-B252-88598A99243F}"/>
    <dgm:cxn modelId="{986ADF9C-EE60-458A-A61E-7C5DAE53C69C}" srcId="{C31B108A-79D0-4A1D-BE54-39F2087578B8}" destId="{96A18863-976D-40D5-BA01-3260F6FF111F}" srcOrd="1" destOrd="0" parTransId="{12630CBD-A720-4145-8E2C-8619A58DF964}" sibTransId="{0240EF45-1E3A-46F3-A919-BDE8D766ED2F}"/>
    <dgm:cxn modelId="{0D8238A7-E403-4A99-A45C-98A99DB28983}" type="presOf" srcId="{0240EF45-1E3A-46F3-A919-BDE8D766ED2F}" destId="{0AA9DFFD-1E5A-481C-B6F8-D8F65125DE58}" srcOrd="0" destOrd="0" presId="urn:microsoft.com/office/officeart/2005/8/layout/process1"/>
    <dgm:cxn modelId="{17C00CE9-8783-4AB7-8AF8-8B1A166F09E9}" srcId="{C31B108A-79D0-4A1D-BE54-39F2087578B8}" destId="{57CC1587-449B-4A17-B373-671D361063E2}" srcOrd="2" destOrd="0" parTransId="{89BB9903-FA68-41B7-B389-6183C006691F}" sibTransId="{6A5732C7-3687-43F0-A29C-FDB21D107874}"/>
    <dgm:cxn modelId="{FF17F3EC-6BF8-4A0D-BB04-6C8D01403C72}" type="presOf" srcId="{6627B7E5-2E12-426F-B252-88598A99243F}" destId="{3794D5D5-D1E3-477C-BD7B-78D7F60DA896}" srcOrd="0" destOrd="0" presId="urn:microsoft.com/office/officeart/2005/8/layout/process1"/>
    <dgm:cxn modelId="{C577017B-135F-43A3-8892-5E2F13D7BF66}" type="presParOf" srcId="{E0794244-BFF3-402B-8D7C-D5200B88CB6A}" destId="{3026D430-66C3-469C-850F-04CC01AB9072}" srcOrd="0" destOrd="0" presId="urn:microsoft.com/office/officeart/2005/8/layout/process1"/>
    <dgm:cxn modelId="{DD977900-D1CD-4A33-9444-9D26B54F6B0F}" type="presParOf" srcId="{E0794244-BFF3-402B-8D7C-D5200B88CB6A}" destId="{3794D5D5-D1E3-477C-BD7B-78D7F60DA896}" srcOrd="1" destOrd="0" presId="urn:microsoft.com/office/officeart/2005/8/layout/process1"/>
    <dgm:cxn modelId="{E2CD56C2-02F9-419C-98B7-0C85DB962952}" type="presParOf" srcId="{3794D5D5-D1E3-477C-BD7B-78D7F60DA896}" destId="{6C103C89-7671-4217-8BB5-EFD4F1102F29}" srcOrd="0" destOrd="0" presId="urn:microsoft.com/office/officeart/2005/8/layout/process1"/>
    <dgm:cxn modelId="{FAFEE25A-BF38-4620-96CF-56420ADB4488}" type="presParOf" srcId="{E0794244-BFF3-402B-8D7C-D5200B88CB6A}" destId="{D0F5F95A-F4F2-4694-B286-9A5D76335619}" srcOrd="2" destOrd="0" presId="urn:microsoft.com/office/officeart/2005/8/layout/process1"/>
    <dgm:cxn modelId="{3876809B-6617-4EB8-959C-6D1EBB2D05AE}" type="presParOf" srcId="{E0794244-BFF3-402B-8D7C-D5200B88CB6A}" destId="{0AA9DFFD-1E5A-481C-B6F8-D8F65125DE58}" srcOrd="3" destOrd="0" presId="urn:microsoft.com/office/officeart/2005/8/layout/process1"/>
    <dgm:cxn modelId="{A584BE48-D9D6-4608-BF3C-99762BE9B157}" type="presParOf" srcId="{0AA9DFFD-1E5A-481C-B6F8-D8F65125DE58}" destId="{31C06038-A151-4E0D-89DA-2648956260CE}" srcOrd="0" destOrd="0" presId="urn:microsoft.com/office/officeart/2005/8/layout/process1"/>
    <dgm:cxn modelId="{2D882481-9628-4716-88DD-CC1E3F4FB4A5}" type="presParOf" srcId="{E0794244-BFF3-402B-8D7C-D5200B88CB6A}" destId="{FE29193B-D2A8-453A-B33B-F5741AACA49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3985E-6A81-48B3-BAAA-3F406B647050}">
      <dsp:nvSpPr>
        <dsp:cNvPr id="0" name=""/>
        <dsp:cNvSpPr/>
      </dsp:nvSpPr>
      <dsp:spPr>
        <a:xfrm rot="10800000">
          <a:off x="1963656" y="840"/>
          <a:ext cx="6653980" cy="11506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89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AI talks to MCP</a:t>
          </a:r>
          <a:endParaRPr lang="en-US" sz="3400" kern="1200" dirty="0"/>
        </a:p>
      </dsp:txBody>
      <dsp:txXfrm rot="10800000">
        <a:off x="2251309" y="840"/>
        <a:ext cx="6366327" cy="1150614"/>
      </dsp:txXfrm>
    </dsp:sp>
    <dsp:sp modelId="{101E7000-6912-46F6-A1C7-A3C614D9240F}">
      <dsp:nvSpPr>
        <dsp:cNvPr id="0" name=""/>
        <dsp:cNvSpPr/>
      </dsp:nvSpPr>
      <dsp:spPr>
        <a:xfrm>
          <a:off x="1388348" y="840"/>
          <a:ext cx="1150614" cy="11506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15DE8-2E36-446F-8DEA-2497BD0B2923}">
      <dsp:nvSpPr>
        <dsp:cNvPr id="0" name=""/>
        <dsp:cNvSpPr/>
      </dsp:nvSpPr>
      <dsp:spPr>
        <a:xfrm rot="10800000">
          <a:off x="1963656" y="1494922"/>
          <a:ext cx="6653980" cy="11506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89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MCP uses Playwright </a:t>
          </a:r>
          <a:endParaRPr lang="en-US" sz="3400" kern="1200" dirty="0"/>
        </a:p>
      </dsp:txBody>
      <dsp:txXfrm rot="10800000">
        <a:off x="2251309" y="1494922"/>
        <a:ext cx="6366327" cy="1150614"/>
      </dsp:txXfrm>
    </dsp:sp>
    <dsp:sp modelId="{E2BF54D0-FDDE-4F9A-8BC8-A35606E3C88E}">
      <dsp:nvSpPr>
        <dsp:cNvPr id="0" name=""/>
        <dsp:cNvSpPr/>
      </dsp:nvSpPr>
      <dsp:spPr>
        <a:xfrm>
          <a:off x="1388348" y="1494922"/>
          <a:ext cx="1150614" cy="11506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599BB0-E90D-472B-B347-1B715BD1D693}">
      <dsp:nvSpPr>
        <dsp:cNvPr id="0" name=""/>
        <dsp:cNvSpPr/>
      </dsp:nvSpPr>
      <dsp:spPr>
        <a:xfrm rot="10800000">
          <a:off x="1963656" y="2989004"/>
          <a:ext cx="6653980" cy="115061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7389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/>
            <a:t>Playwright drives your web app </a:t>
          </a:r>
          <a:endParaRPr lang="en-US" sz="3400" kern="1200"/>
        </a:p>
      </dsp:txBody>
      <dsp:txXfrm rot="10800000">
        <a:off x="2251309" y="2989004"/>
        <a:ext cx="6366327" cy="1150614"/>
      </dsp:txXfrm>
    </dsp:sp>
    <dsp:sp modelId="{FA3ED3A5-7302-4805-9D48-F1A130B8C5AC}">
      <dsp:nvSpPr>
        <dsp:cNvPr id="0" name=""/>
        <dsp:cNvSpPr/>
      </dsp:nvSpPr>
      <dsp:spPr>
        <a:xfrm>
          <a:off x="1388348" y="2989004"/>
          <a:ext cx="1150614" cy="115061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6D430-66C3-469C-850F-04CC01AB9072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/>
            <a:t>Plan</a:t>
          </a:r>
          <a:endParaRPr lang="en-US" sz="4800" kern="1200" dirty="0"/>
        </a:p>
      </dsp:txBody>
      <dsp:txXfrm>
        <a:off x="57787" y="1395494"/>
        <a:ext cx="2665308" cy="1560349"/>
      </dsp:txXfrm>
    </dsp:sp>
    <dsp:sp modelId="{3794D5D5-D1E3-477C-BD7B-78D7F60DA896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047880" y="1970146"/>
        <a:ext cx="409940" cy="411044"/>
      </dsp:txXfrm>
    </dsp:sp>
    <dsp:sp modelId="{D0F5F95A-F4F2-4694-B286-9A5D76335619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/>
            <a:t>Generate</a:t>
          </a:r>
          <a:endParaRPr lang="en-US" sz="4800" kern="1200" dirty="0"/>
        </a:p>
      </dsp:txBody>
      <dsp:txXfrm>
        <a:off x="3925145" y="1395494"/>
        <a:ext cx="2665308" cy="1560349"/>
      </dsp:txXfrm>
    </dsp:sp>
    <dsp:sp modelId="{0AA9DFFD-1E5A-481C-B6F8-D8F65125DE58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915239" y="1970146"/>
        <a:ext cx="409940" cy="411044"/>
      </dsp:txXfrm>
    </dsp:sp>
    <dsp:sp modelId="{FE29193B-D2A8-453A-B33B-F5741AACA494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/>
            <a:t>Heal</a:t>
          </a:r>
          <a:endParaRPr lang="en-US" sz="4800" kern="1200" dirty="0"/>
        </a:p>
      </dsp:txBody>
      <dsp:txXfrm>
        <a:off x="7792503" y="1395494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D2EB9-3774-2057-36A9-16CF65496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1B137-192B-5C48-D62C-090919982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1CB13-ACB6-98E7-882B-7082D95C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96A2D-904F-245A-1ABE-A7F0D20B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247B8-A275-4340-1A3D-2F32BC83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6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8C39-7D11-B066-A61B-61F21015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60464-D859-787B-93DB-A63D862E9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FBDF3-5A7C-BD33-C979-741F42EE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9FACC-C93C-DDF4-973A-F8C1B077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1740A-A382-786E-556C-062AAB89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0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D151-31C8-1199-05F5-4254A333C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2663C-24D4-215A-CA3E-76518F6E4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E131D-8FA9-75AC-095F-DE6E6234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8727-679B-FBFE-4038-C9E497F7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430A-65D5-4C36-E4B9-16CBF7B8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7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EB4B-45FA-93DE-9356-3DBC5CB4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1F849-B991-5B83-3BF5-922F9EBE8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A3038-84B1-A55A-B8F7-3908F1B19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B1AE9-DD62-02EB-4FE3-B55A78BC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D38EB-2CBD-4C76-48F2-16E45C29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6BB52-1956-8BEC-DCA6-2A2D351A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5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95FE-7B4F-BDEC-12F1-DD79B2C2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DCD1E-CC99-D02D-26EC-6FF20372D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89825-8A62-9929-3448-8184CC268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1708B-DB4C-FE51-3564-447CBAFC5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BE889-B125-5239-9579-1E61911DF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1E0BD-0C7C-BA12-F447-8F15C428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AFB12-D254-6B48-CFD9-207CF2A99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DBAE2-042D-A9CC-31B7-3A412B33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26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3116-F285-3302-2A9B-31A8D34C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1767F-1541-25D2-C326-EE1D9EEC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5F103-1EC4-CAD4-E1D3-4A29EA29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75EC0-9604-C253-E76F-7AB78B54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26B51-50A3-85F2-CF47-113ABAF4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025A3-3A8D-D60A-373B-2EB3C32F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9DB2D-496A-0E88-3A76-B48642E0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1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F044-636D-DCAA-E3C5-6E27F077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A0A6-E0CC-6660-555D-1BC1DC275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1E234-3644-B899-60C3-AF2353E44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19C75-8AF0-702C-57BC-2A18293B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4B059-793E-1BB5-4A79-5DCDA4AF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17256-99EC-89F2-1DB8-918D4644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5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DB8-FCEF-274D-F3D8-7B945A0C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638B3-8386-ADD0-D98D-A38AAD6FB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5C60D-F6D4-3F69-D91F-0B3C0CC9E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E7914-3765-2BDF-1416-DA074ABC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78E0F-2B14-C1DC-A828-352EF9F01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69027-B113-5D35-8BF5-E13F9627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8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90E2-1564-F01E-F007-7B76D3D3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2284C-2A2A-48D3-4956-B8EA932F7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B4C8-B85C-34F9-7CDF-648AD2E8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87AE6-5BDA-DCB9-3765-990EC10C5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789FB-FBEA-8F51-FEB1-EB452459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8637B-E820-B65E-52AE-0E027AE58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C58E-2B46-6B79-C9D3-42280AF0A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F8E04-43B6-8C8F-636C-C71F3769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2C962-E751-FEA0-574F-1D7DB01AB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86548-E2F3-BFEE-FBEA-47EE4A90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4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D6B06-FCAA-162A-8365-54BCFC316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A4C2C-46FA-2736-C2C4-A672BB10B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C61C9-4D46-A7C4-8F72-D495FFFE9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BE75E-9768-49AE-AEB4-CF4F756F06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F3893-003A-9653-B3E6-35017A1EB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1BC-A489-4C4B-3451-B385AECEE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F62A3-563C-4030-A98A-6B24BDFED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12EF-A7A9-2A82-95F5-6FC06F818A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 assisted Testing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0F745-7F77-2A25-8665-14F2A887F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 Rohan Patil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98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FEC13-15B0-5504-00D1-ACF4E296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34550-FDFD-FE89-DF2C-D92A5AB02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537"/>
            <a:ext cx="10515600" cy="4351338"/>
          </a:xfrm>
        </p:spPr>
        <p:txBody>
          <a:bodyPr/>
          <a:lstStyle/>
          <a:p>
            <a:r>
              <a:rPr lang="en-IN" dirty="0"/>
              <a:t>USB-C port for AI Applications</a:t>
            </a:r>
          </a:p>
          <a:p>
            <a:r>
              <a:rPr lang="en-IN" dirty="0"/>
              <a:t>Standardized way to connect AI apps to external Systems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564F7A-9B70-4494-608B-D63E33CA6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19048"/>
            <a:ext cx="9148997" cy="357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282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8261-D6A8-7688-734B-94A4F17B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8CE194-6E47-5450-40A8-7A1212D7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546368"/>
              </p:ext>
            </p:extLst>
          </p:nvPr>
        </p:nvGraphicFramePr>
        <p:xfrm>
          <a:off x="178633" y="1825625"/>
          <a:ext cx="10005985" cy="4140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822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6CFB-B363-87C7-0A9B-DA8D5540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Testing Steps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B51496-8CB9-FD0C-0607-96AE495E7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4808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14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4989-2792-72F8-7654-24DCC343D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 Agents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DAC9D-E18F-6BEB-E1E4-761CD82C7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46375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</a:rPr>
              <a:t>🎭 Planner</a:t>
            </a:r>
            <a:r>
              <a:rPr lang="en-GB" sz="2400" b="0" i="0" dirty="0">
                <a:effectLst/>
              </a:rPr>
              <a:t> explores the app and produces a Markdown Test Plan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</a:rPr>
              <a:t>🎭 Generator</a:t>
            </a:r>
            <a:r>
              <a:rPr lang="en-GB" sz="2400" b="0" i="0" dirty="0">
                <a:effectLst/>
              </a:rPr>
              <a:t> transforms the Markdown plan into the Playwright Test files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1" i="0" dirty="0">
                <a:effectLst/>
              </a:rPr>
              <a:t>🎭 Healer</a:t>
            </a:r>
            <a:r>
              <a:rPr lang="en-GB" sz="2400" b="0" i="0" dirty="0">
                <a:effectLst/>
              </a:rPr>
              <a:t> executes the test suite and repairs failing tests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A296C-F934-C919-524C-259282FEAA1F}"/>
              </a:ext>
            </a:extLst>
          </p:cNvPr>
          <p:cNvSpPr txBox="1"/>
          <p:nvPr/>
        </p:nvSpPr>
        <p:spPr>
          <a:xfrm>
            <a:off x="1247931" y="612354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https://playwright.dev/docs/test-agents</a:t>
            </a:r>
          </a:p>
        </p:txBody>
      </p:sp>
    </p:spTree>
    <p:extLst>
      <p:ext uri="{BB962C8B-B14F-4D97-AF65-F5344CB8AC3E}">
        <p14:creationId xmlns:p14="http://schemas.microsoft.com/office/powerpoint/2010/main" val="2685304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9D43-D53C-487D-0244-FD96F86E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i="0" dirty="0">
                <a:effectLst/>
              </a:rPr>
              <a:t>🎭 </a:t>
            </a:r>
            <a:r>
              <a:rPr lang="en-IN" dirty="0"/>
              <a:t>Planner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23F9-DBD5-F37B-AD71-15B56352A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Planner agent explores the app, produces test plan for </a:t>
            </a:r>
            <a:r>
              <a:rPr lang="en-IN" dirty="0" err="1"/>
              <a:t>userflows</a:t>
            </a:r>
            <a:r>
              <a:rPr lang="en-IN" dirty="0"/>
              <a:t> &amp; scenarios</a:t>
            </a:r>
          </a:p>
          <a:p>
            <a:r>
              <a:rPr lang="en-IN" dirty="0"/>
              <a:t>Input: </a:t>
            </a:r>
          </a:p>
          <a:p>
            <a:pPr lvl="1"/>
            <a:r>
              <a:rPr lang="en-IN" dirty="0"/>
              <a:t>prompt (Generate a test plan for scenario)</a:t>
            </a:r>
          </a:p>
          <a:p>
            <a:pPr lvl="1"/>
            <a:r>
              <a:rPr lang="en-IN" dirty="0"/>
              <a:t>PRD doc for context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3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52F3-07E6-383E-EA89-6EE4AE94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i="0" dirty="0">
                <a:effectLst/>
              </a:rPr>
              <a:t>🎭 </a:t>
            </a:r>
            <a:r>
              <a:rPr lang="en-IN" dirty="0"/>
              <a:t>Generator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9E15-7E8C-24D6-EEC6-9E90925EB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0" i="0" dirty="0">
                <a:effectLst/>
              </a:rPr>
              <a:t>Uses the Markdown plan to produce executable Playwright Tests.</a:t>
            </a:r>
          </a:p>
          <a:p>
            <a:r>
              <a:rPr lang="en-GB" sz="2400" b="0" i="0" dirty="0">
                <a:effectLst/>
              </a:rPr>
              <a:t> It verifies selectors and assertions live as it performs the scenarios.</a:t>
            </a:r>
          </a:p>
          <a:p>
            <a:r>
              <a:rPr lang="en-GB" sz="2400" dirty="0"/>
              <a:t>Input </a:t>
            </a:r>
          </a:p>
          <a:p>
            <a:pPr lvl="1"/>
            <a:r>
              <a:rPr lang="en-GB" sz="2000" b="0" i="0" dirty="0">
                <a:effectLst/>
              </a:rPr>
              <a:t>Markdown </a:t>
            </a:r>
            <a:r>
              <a:rPr lang="en-GB" sz="2000" dirty="0"/>
              <a:t>test plan.md file</a:t>
            </a:r>
          </a:p>
          <a:p>
            <a:pPr lvl="1"/>
            <a:r>
              <a:rPr lang="en-GB" sz="2000" b="0" i="0" dirty="0">
                <a:effectLst/>
              </a:rPr>
              <a:t>Prompt : Generate tests for scenario #1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3053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52F3-07E6-383E-EA89-6EE4AE94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i="0" dirty="0">
                <a:effectLst/>
              </a:rPr>
              <a:t>🎭 </a:t>
            </a:r>
            <a:r>
              <a:rPr lang="en-IN" dirty="0"/>
              <a:t>Healer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9E15-7E8C-24D6-EEC6-9E90925EB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Replays failed tests</a:t>
            </a:r>
            <a:r>
              <a:rPr lang="en-GB" sz="2400" b="0" i="0" dirty="0">
                <a:effectLst/>
              </a:rPr>
              <a:t>.</a:t>
            </a:r>
          </a:p>
          <a:p>
            <a:r>
              <a:rPr lang="en-GB" sz="2400" dirty="0"/>
              <a:t>Inspects the current UI to locate equivalent elements or flows</a:t>
            </a:r>
          </a:p>
          <a:p>
            <a:r>
              <a:rPr lang="en-GB" sz="2400" dirty="0"/>
              <a:t>Suggests a Patch ( locator updates, wait adjustments )</a:t>
            </a:r>
          </a:p>
          <a:p>
            <a:r>
              <a:rPr lang="en-GB" sz="2400" b="0" i="0" dirty="0">
                <a:effectLst/>
              </a:rPr>
              <a:t>R</a:t>
            </a:r>
            <a:r>
              <a:rPr lang="en-GB" sz="2400" dirty="0"/>
              <a:t>eruns the test until it passes</a:t>
            </a:r>
          </a:p>
          <a:p>
            <a:r>
              <a:rPr lang="en-GB" sz="2400" dirty="0"/>
              <a:t>Input </a:t>
            </a:r>
          </a:p>
          <a:p>
            <a:pPr lvl="1"/>
            <a:r>
              <a:rPr lang="en-GB" sz="2000" b="0" i="0" dirty="0">
                <a:effectLst/>
              </a:rPr>
              <a:t>Heal this failin</a:t>
            </a:r>
            <a:r>
              <a:rPr lang="en-GB" sz="2000" dirty="0"/>
              <a:t>g test (test name) or Fix the test </a:t>
            </a:r>
          </a:p>
          <a:p>
            <a:pPr lvl="1"/>
            <a:r>
              <a:rPr lang="en-GB" sz="2000" dirty="0"/>
              <a:t>Add the failed test file to chat context.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691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7DF8-C4E2-BC4C-0D0C-F223E4F1F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7D869-DB92-54EF-9713-B4A1DFD78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0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2D10-E69F-23BA-FC05-5AB352B0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Next Steps….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FF6E0-1E3A-4804-453E-025AF281A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46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2C56-D76F-F7CB-3602-7E6E7B74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73"/>
            <a:ext cx="10515600" cy="1325563"/>
          </a:xfrm>
        </p:spPr>
        <p:txBody>
          <a:bodyPr/>
          <a:lstStyle/>
          <a:p>
            <a:r>
              <a:rPr lang="en-IN" dirty="0"/>
              <a:t>Playwright CLI &amp; Skills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B2967-79E1-E99F-2EB6-F3C0CFCC5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036"/>
            <a:ext cx="10515600" cy="502383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AI agents often hallucinate Playwright CLI commands, leading to errors and wasted resources.</a:t>
            </a:r>
          </a:p>
          <a:p>
            <a:pPr>
              <a:spcAft>
                <a:spcPts val="1200"/>
              </a:spcAft>
            </a:pPr>
            <a:r>
              <a:rPr lang="en-GB" dirty="0"/>
              <a:t>The Playwright CLI Skill solves this by teaching Goose exactly how and when to use Playwright's CLI — no guesswork, no wasted tokens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npm</a:t>
            </a:r>
            <a:r>
              <a:rPr lang="en-US" dirty="0"/>
              <a:t> install -g @playwright/cli@latest </a:t>
            </a:r>
          </a:p>
          <a:p>
            <a:pPr>
              <a:spcAft>
                <a:spcPts val="1200"/>
              </a:spcAft>
            </a:pPr>
            <a:r>
              <a:rPr lang="en-US" dirty="0"/>
              <a:t>In project directory </a:t>
            </a:r>
            <a:br>
              <a:rPr lang="en-US" dirty="0"/>
            </a:br>
            <a:r>
              <a:rPr lang="en-US" dirty="0" err="1"/>
              <a:t>npx</a:t>
            </a:r>
            <a:r>
              <a:rPr lang="en-US" dirty="0"/>
              <a:t> skills add https://github.com/microsoft/playwright-cli --skill playwright-cli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44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5C6E-0B7A-20A6-B9DE-C03B4632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341BF-BF76-AF0B-A8E5-EFA5FCA1F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6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286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AI assisted Testing</vt:lpstr>
      <vt:lpstr>MCP</vt:lpstr>
      <vt:lpstr>Process</vt:lpstr>
      <vt:lpstr>Agentic Testing Steps </vt:lpstr>
      <vt:lpstr>3 Agents </vt:lpstr>
      <vt:lpstr>🎭 Planner</vt:lpstr>
      <vt:lpstr>🎭 Generator </vt:lpstr>
      <vt:lpstr>🎭 Healer </vt:lpstr>
      <vt:lpstr>Demo </vt:lpstr>
      <vt:lpstr>Next Steps….</vt:lpstr>
      <vt:lpstr>Playwright CLI &amp; Skills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Rohan Patil</dc:creator>
  <cp:lastModifiedBy>Rohan Patil</cp:lastModifiedBy>
  <cp:revision>15</cp:revision>
  <dcterms:created xsi:type="dcterms:W3CDTF">2026-02-21T23:18:20Z</dcterms:created>
  <dcterms:modified xsi:type="dcterms:W3CDTF">2026-02-24T19:07:53Z</dcterms:modified>
</cp:coreProperties>
</file>